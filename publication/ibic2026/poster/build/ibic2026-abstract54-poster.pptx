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4f25b171f94260" /><Relationship Type="http://schemas.openxmlformats.org/officeDocument/2006/relationships/extended-properties" Target="/docProps/app.xml" Id="R7b6055d3d06643ff" /><Relationship Type="http://schemas.openxmlformats.org/officeDocument/2006/relationships/officeDocument" Target="/ppt/presentation.xml" Id="R0df7969fe24343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11c7ad39124bec"/>
  </p:sldMasterIdLst>
  <p:notesMasterIdLst>
    <p:notesMasterId xmlns:r="http://schemas.openxmlformats.org/officeDocument/2006/relationships" r:id="R04a889acadbc484a"/>
  </p:notesMasterIdLst>
  <p:sldIdLst>
    <p:sldId xmlns:r="http://schemas.openxmlformats.org/officeDocument/2006/relationships" id="256" r:id="R5c3f1ce47d324025"/>
  </p:sldIdLst>
  <p:sldSz cx="30267275" cy="42794238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8bcf7b70124f91" /><Relationship Type="http://schemas.openxmlformats.org/officeDocument/2006/relationships/slideMaster" Target="/ppt/slideMasters/slideMaster1.xml" Id="Re511c7ad39124bec" /><Relationship Type="http://schemas.openxmlformats.org/officeDocument/2006/relationships/notesMaster" Target="/ppt/notesMasters/notesMaster1.xml" Id="R04a889acadbc484a" /><Relationship Type="http://schemas.openxmlformats.org/officeDocument/2006/relationships/presProps" Target="/ppt/presProps.xml" Id="Rc286f26a92fa445c" /><Relationship Type="http://schemas.openxmlformats.org/officeDocument/2006/relationships/viewProps" Target="/ppt/viewProps.xml" Id="Rcb5b9d64d5f3402e" /><Relationship Type="http://schemas.openxmlformats.org/officeDocument/2006/relationships/tableStyles" Target="/ppt/tableStyles.xml" Id="R646703c2b9474337" /><Relationship Type="http://schemas.openxmlformats.org/officeDocument/2006/relationships/slide" Target="/ppt/slides/slide1.xml" Id="R5c3f1ce47d3240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ea5d24e1da4f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A0_PosterTemplate_Vertical_09231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dc40963ba6456d" /><Relationship Type="http://schemas.openxmlformats.org/officeDocument/2006/relationships/notesMaster" Target="/ppt/notesMasters/notesMaster1.xml" Id="R8b0f799da9504d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d7f53df2cc433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b8809e5c4d4cb9" /></Relationships>
</file>

<file path=ppt/slideLayouts/slideLayout1.xml><?xml version="1.0" encoding="utf-8"?>
<p:sldLayout xmlns:p="http://schemas.openxmlformats.org/presentationml/2006/main" userDrawn="1">
  <p:cSld name="2 column 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9C4BF653-D3DF-475E-A133-EE046F5B1A09}"/>
              </a:ext>
            </a:extLst>
          </p:cNvPr>
          <p:cNvSpPr>
            <a:spLocks xmlns:a="http://schemas.openxmlformats.org/drawingml/2006/main" noGrp="1"/>
          </p:cNvSpPr>
          <p:nvPr>
            <p:ph type="pic" idx="19"/>
          </p:nvPr>
        </p:nvSpPr>
        <p:spPr>
          <a:xfrm xmlns:a="http://schemas.openxmlformats.org/drawingml/2006/main">
            <a:off x="898697" y="23180675"/>
            <a:ext cx="19198089" cy="5601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72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ED7225BC-8367-4212-A558-A70E23760DA2}"/>
              </a:ext>
            </a:extLst>
          </p:cNvPr>
          <p:cNvSpPr>
            <a:spLocks xmlns:a="http://schemas.openxmlformats.org/drawingml/2006/main" noGrp="1"/>
          </p:cNvSpPr>
          <p:nvPr>
            <p:ph type="pic" idx="38"/>
          </p:nvPr>
        </p:nvSpPr>
        <p:spPr>
          <a:xfrm xmlns:a="http://schemas.openxmlformats.org/drawingml/2006/main">
            <a:off x="20987430" y="7705726"/>
            <a:ext cx="8366759" cy="84658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6880831F-CA01-436A-A897-B3AD176F9BFA}"/>
              </a:ext>
            </a:extLst>
          </p:cNvPr>
          <p:cNvSpPr>
            <a:spLocks xmlns:a="http://schemas.openxmlformats.org/drawingml/2006/main" noGrp="1"/>
          </p:cNvSpPr>
          <p:nvPr>
            <p:ph type="pic" idx="20"/>
          </p:nvPr>
        </p:nvSpPr>
        <p:spPr>
          <a:xfrm xmlns:a="http://schemas.openxmlformats.org/drawingml/2006/main">
            <a:off x="20976590" y="27391409"/>
            <a:ext cx="8366759" cy="5417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38" name="Picture Placeholder 37">
            <a:extLst xmlns:a="http://schemas.openxmlformats.org/drawingml/2006/main">
              <a:ext uri="{FF2B5EF4-FFF2-40B4-BE49-F238E27FC236}">
                <a16:creationId xmlns:a16="http://schemas.microsoft.com/office/drawing/2014/main" id="{04248FCC-7F10-47E3-94A0-68184F79D700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20987431" y="36347020"/>
            <a:ext cx="1766048" cy="1518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40" name="Picture Placeholder 37">
            <a:extLst xmlns:a="http://schemas.openxmlformats.org/drawingml/2006/main">
              <a:ext uri="{FF2B5EF4-FFF2-40B4-BE49-F238E27FC236}">
                <a16:creationId xmlns:a16="http://schemas.microsoft.com/office/drawing/2014/main" id="{EB366E1B-DD80-495F-B400-76CE0BA5FB6F}"/>
              </a:ext>
            </a:extLst>
          </p:cNvPr>
          <p:cNvSpPr>
            <a:spLocks xmlns:a="http://schemas.openxmlformats.org/drawingml/2006/main" noGrp="1"/>
          </p:cNvSpPr>
          <p:nvPr>
            <p:ph type="pic" idx="22"/>
          </p:nvPr>
        </p:nvSpPr>
        <p:spPr>
          <a:xfrm xmlns:a="http://schemas.openxmlformats.org/drawingml/2006/main">
            <a:off x="27717331" y="36327767"/>
            <a:ext cx="1766048" cy="15610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41" name="Picture Placeholder 37">
            <a:extLst xmlns:a="http://schemas.openxmlformats.org/drawingml/2006/main">
              <a:ext uri="{FF2B5EF4-FFF2-40B4-BE49-F238E27FC236}">
                <a16:creationId xmlns:a16="http://schemas.microsoft.com/office/drawing/2014/main" id="{FF4017B4-3FF6-415C-A5F2-F875306148EC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23201638" y="36381862"/>
            <a:ext cx="1766048" cy="1518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42" name="Picture Placeholder 37">
            <a:extLst xmlns:a="http://schemas.openxmlformats.org/drawingml/2006/main">
              <a:ext uri="{FF2B5EF4-FFF2-40B4-BE49-F238E27FC236}">
                <a16:creationId xmlns:a16="http://schemas.microsoft.com/office/drawing/2014/main" id="{D640F728-D364-407D-82E7-ED5519D125E9}"/>
              </a:ext>
            </a:extLst>
          </p:cNvPr>
          <p:cNvSpPr>
            <a:spLocks xmlns:a="http://schemas.openxmlformats.org/drawingml/2006/main" noGrp="1"/>
          </p:cNvSpPr>
          <p:nvPr>
            <p:ph type="pic" idx="24"/>
          </p:nvPr>
        </p:nvSpPr>
        <p:spPr>
          <a:xfrm xmlns:a="http://schemas.openxmlformats.org/drawingml/2006/main">
            <a:off x="25484318" y="36347020"/>
            <a:ext cx="1766048" cy="15476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46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57E27D2A-BDAB-4E00-9AE4-367656251E12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927426" y="959986"/>
            <a:ext cx="28415923" cy="525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>
            <a:lvl1pPr marL="0" indent="0">
              <a:buNone/>
              <a:defRPr sz="110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1pPr>
            <a:lvl2pPr marL="457200" indent="0">
              <a:buNone/>
              <a:defRPr sz="140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2pPr>
            <a:lvl3pPr marL="914400" indent="0">
              <a:buNone/>
              <a:defRPr sz="140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3pPr>
            <a:lvl4pPr marL="1371600" indent="0">
              <a:buNone/>
              <a:defRPr sz="140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4pPr>
            <a:lvl5pPr marL="1828800" indent="0">
              <a:buNone/>
              <a:defRPr sz="140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1" name="Text Placeholder 49">
            <a:extLst xmlns:a="http://schemas.openxmlformats.org/drawingml/2006/main">
              <a:ext uri="{FF2B5EF4-FFF2-40B4-BE49-F238E27FC236}">
                <a16:creationId xmlns:a16="http://schemas.microsoft.com/office/drawing/2014/main" id="{78641AB3-2A3D-43AF-8AD2-EFE81FBCD1EF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869950" y="31073598"/>
            <a:ext cx="19248120" cy="1234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anchor="ctr"/>
          <a:lstStyle xmlns:a="http://schemas.openxmlformats.org/drawingml/2006/main">
            <a:lvl1pPr marL="0" indent="0">
              <a:buNone/>
              <a:defRPr sz="5000" b="1" i="0">
                <a:solidFill>
                  <a:srgbClr val="004C97"/>
                </a:solidFill>
                <a:latin typeface="Helvetica"/>
                <a:ea typeface="Helvetica"/>
                <a:cs typeface="Helvetica"/>
              </a:defRPr>
            </a:lvl1pPr>
            <a:lvl2pPr marL="0" indent="0">
              <a:buNone/>
              <a:defRPr sz="4000" b="0" i="0">
                <a:solidFill>
                  <a:schemeClr val="tx1"/>
                </a:solidFill>
                <a:latin typeface="Helvetica"/>
                <a:ea typeface="Helvetica"/>
                <a:cs typeface="Helvetica"/>
              </a:defRPr>
            </a:lvl2pPr>
            <a:lvl3pPr marL="0" indent="0">
              <a:buNone/>
              <a:defRPr sz="6000" b="1" i="0">
                <a:solidFill>
                  <a:srgbClr val="004C97"/>
                </a:solidFill>
                <a:latin typeface="Helvetica"/>
                <a:ea typeface="Helvetica"/>
                <a:cs typeface="Helvetica"/>
              </a:defRPr>
            </a:lvl3pPr>
            <a:lvl4pPr marL="0" indent="0">
              <a:buNone/>
              <a:defRPr sz="6000" b="1" i="0">
                <a:solidFill>
                  <a:srgbClr val="004C97"/>
                </a:solidFill>
                <a:latin typeface="Helvetica"/>
                <a:ea typeface="Helvetica"/>
                <a:cs typeface="Helvetica"/>
              </a:defRPr>
            </a:lvl4pPr>
            <a:lvl5pPr marL="0" indent="0">
              <a:buNone/>
              <a:defRPr sz="6000" b="1" i="0">
                <a:solidFill>
                  <a:srgbClr val="004C97"/>
                </a:solidFill>
                <a:latin typeface="Helvetica"/>
                <a:ea typeface="Helvetica"/>
                <a:cs typeface="Helvetica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2" name="Text Placeholder 59">
            <a:extLst xmlns:a="http://schemas.openxmlformats.org/drawingml/2006/main">
              <a:ext uri="{FF2B5EF4-FFF2-40B4-BE49-F238E27FC236}">
                <a16:creationId xmlns:a16="http://schemas.microsoft.com/office/drawing/2014/main" id="{01DCAA1F-DEB8-41F2-AEBC-3DC6B2225DDD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898697" y="28782380"/>
            <a:ext cx="19199520" cy="1449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274320" rIns="274320" bIns="274320"/>
          <a:lstStyle xmlns:a="http://schemas.openxmlformats.org/drawingml/2006/main">
            <a:lvl1pPr marL="0" indent="0">
              <a:buNone/>
              <a:defRPr sz="2400" b="1" i="0">
                <a:solidFill>
                  <a:srgbClr val="004C97"/>
                </a:solidFill>
                <a:latin typeface="Helvetica"/>
                <a:ea typeface="Helvetica"/>
                <a:cs typeface="Helvetica"/>
              </a:defRPr>
            </a:lvl1pPr>
            <a:lvl2pPr marL="4572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2pPr>
            <a:lvl3pPr marL="9144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3pPr>
            <a:lvl4pPr marL="13716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4pPr>
            <a:lvl5pPr marL="18288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55B513F0-C7C6-4BC7-B874-84180A478605}"/>
              </a:ext>
            </a:extLst>
          </p:cNvPr>
          <p:cNvSpPr>
            <a:spLocks xmlns:a="http://schemas.openxmlformats.org/drawingml/2006/main" noGrp="1"/>
          </p:cNvSpPr>
          <p:nvPr>
            <p:ph type="pic" idx="34"/>
          </p:nvPr>
        </p:nvSpPr>
        <p:spPr>
          <a:xfrm xmlns:a="http://schemas.openxmlformats.org/drawingml/2006/main">
            <a:off x="869945" y="14255750"/>
            <a:ext cx="12435840" cy="60301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69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45768B05-1E26-42D5-845A-4B9CDC22658A}"/>
              </a:ext>
            </a:extLst>
          </p:cNvPr>
          <p:cNvSpPr>
            <a:spLocks xmlns:a="http://schemas.openxmlformats.org/drawingml/2006/main" noGrp="1"/>
          </p:cNvSpPr>
          <p:nvPr>
            <p:ph type="pic" idx="36"/>
          </p:nvPr>
        </p:nvSpPr>
        <p:spPr>
          <a:xfrm xmlns:a="http://schemas.openxmlformats.org/drawingml/2006/main">
            <a:off x="14106525" y="14255750"/>
            <a:ext cx="6001025" cy="60301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73" name="Text Placeholder 49">
            <a:extLst xmlns:a="http://schemas.openxmlformats.org/drawingml/2006/main">
              <a:ext uri="{FF2B5EF4-FFF2-40B4-BE49-F238E27FC236}">
                <a16:creationId xmlns:a16="http://schemas.microsoft.com/office/drawing/2014/main" id="{74869A2E-2D28-47E8-A235-5E58661F419E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869950" y="7705727"/>
            <a:ext cx="19248120" cy="1229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anchor="ctr"/>
          <a:lstStyle xmlns:a="http://schemas.openxmlformats.org/drawingml/2006/main">
            <a:lvl1pPr marL="0" indent="0">
              <a:buNone/>
              <a:defRPr sz="5000" b="1" i="0">
                <a:solidFill>
                  <a:srgbClr val="004C97"/>
                </a:solidFill>
                <a:latin typeface="Helvetica"/>
                <a:ea typeface="Helvetica"/>
                <a:cs typeface="Helvetica"/>
              </a:defRPr>
            </a:lvl1pPr>
            <a:lvl2pPr marL="0" indent="0">
              <a:buNone/>
              <a:defRPr sz="4000" b="0" i="0">
                <a:solidFill>
                  <a:schemeClr val="tx1"/>
                </a:solidFill>
                <a:latin typeface="Helvetica"/>
                <a:ea typeface="Helvetica"/>
                <a:cs typeface="Helvetica"/>
              </a:defRPr>
            </a:lvl2pPr>
            <a:lvl3pPr marL="0" indent="0">
              <a:buNone/>
              <a:defRPr sz="6000" b="1" i="0">
                <a:solidFill>
                  <a:srgbClr val="004C97"/>
                </a:solidFill>
                <a:latin typeface="Helvetica"/>
                <a:ea typeface="Helvetica"/>
                <a:cs typeface="Helvetica"/>
              </a:defRPr>
            </a:lvl3pPr>
            <a:lvl4pPr marL="0" indent="0">
              <a:buNone/>
              <a:defRPr sz="6000" b="1" i="0">
                <a:solidFill>
                  <a:srgbClr val="004C97"/>
                </a:solidFill>
                <a:latin typeface="Helvetica"/>
                <a:ea typeface="Helvetica"/>
                <a:cs typeface="Helvetica"/>
              </a:defRPr>
            </a:lvl4pPr>
            <a:lvl5pPr marL="0" indent="0">
              <a:buNone/>
              <a:defRPr sz="6000" b="1" i="0">
                <a:solidFill>
                  <a:srgbClr val="004C97"/>
                </a:solidFill>
                <a:latin typeface="Helvetica"/>
                <a:ea typeface="Helvetica"/>
                <a:cs typeface="Helvetica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75" name="Text Placeholder 74">
            <a:extLst xmlns:a="http://schemas.openxmlformats.org/drawingml/2006/main">
              <a:ext uri="{FF2B5EF4-FFF2-40B4-BE49-F238E27FC236}">
                <a16:creationId xmlns:a16="http://schemas.microsoft.com/office/drawing/2014/main" id="{D8157BDD-443C-41A7-B6BA-64994E8544AA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869950" y="8935311"/>
            <a:ext cx="19243675" cy="43545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>
            <a:lvl1pPr marL="0" indent="0">
              <a:buNone/>
              <a:defRPr sz="4000" b="0" i="0">
                <a:latin typeface="Helvetica"/>
                <a:ea typeface="Helvetica"/>
                <a:cs typeface="Helvetica"/>
              </a:defRPr>
            </a:lvl1pPr>
            <a:lvl2pPr marL="457200" indent="0">
              <a:buNone/>
              <a:defRPr sz="4000"/>
            </a:lvl2pPr>
            <a:lvl3pPr marL="914400" indent="0">
              <a:buNone/>
              <a:defRPr sz="4000"/>
            </a:lvl3pPr>
            <a:lvl4pPr marL="1371600" indent="0">
              <a:buNone/>
              <a:defRPr sz="4000"/>
            </a:lvl4pPr>
            <a:lvl5pPr marL="1828800" indent="0">
              <a:buNone/>
              <a:defRPr sz="4000"/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76" name="Text Placeholder 74">
            <a:extLst xmlns:a="http://schemas.openxmlformats.org/drawingml/2006/main">
              <a:ext uri="{FF2B5EF4-FFF2-40B4-BE49-F238E27FC236}">
                <a16:creationId xmlns:a16="http://schemas.microsoft.com/office/drawing/2014/main" id="{C394C8FB-4008-4FC7-A1FE-3B3E14053972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869950" y="32384828"/>
            <a:ext cx="19243675" cy="58849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>
            <a:lvl1pPr marL="0" indent="0">
              <a:buNone/>
              <a:defRPr sz="4000" b="0" i="0">
                <a:latin typeface="Helvetica"/>
                <a:ea typeface="Helvetica"/>
                <a:cs typeface="Helvetica"/>
              </a:defRPr>
            </a:lvl1pPr>
            <a:lvl2pPr marL="457200" indent="0">
              <a:buNone/>
              <a:defRPr sz="4000"/>
            </a:lvl2pPr>
            <a:lvl3pPr marL="914400" indent="0">
              <a:buNone/>
              <a:defRPr sz="4000"/>
            </a:lvl3pPr>
            <a:lvl4pPr marL="1371600" indent="0">
              <a:buNone/>
              <a:defRPr sz="4000"/>
            </a:lvl4pPr>
            <a:lvl5pPr marL="1828800" indent="0">
              <a:buNone/>
              <a:defRPr sz="4000"/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77" name="Text Placeholder 74">
            <a:extLst xmlns:a="http://schemas.openxmlformats.org/drawingml/2006/main">
              <a:ext uri="{FF2B5EF4-FFF2-40B4-BE49-F238E27FC236}">
                <a16:creationId xmlns:a16="http://schemas.microsoft.com/office/drawing/2014/main" id="{0FB0E0B9-C6E6-4517-B26C-91918850F2BF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20987430" y="19819104"/>
            <a:ext cx="8366759" cy="67231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>
            <a:lvl1pPr marL="0" indent="0">
              <a:buNone/>
              <a:defRPr sz="4000" b="0" i="0">
                <a:latin typeface="Helvetica"/>
                <a:ea typeface="Helvetica"/>
                <a:cs typeface="Helvetica"/>
              </a:defRPr>
            </a:lvl1pPr>
            <a:lvl2pPr marL="457200" indent="0">
              <a:buNone/>
              <a:defRPr sz="4000"/>
            </a:lvl2pPr>
            <a:lvl3pPr marL="914400" indent="0">
              <a:buNone/>
              <a:defRPr sz="4000"/>
            </a:lvl3pPr>
            <a:lvl4pPr marL="1371600" indent="0">
              <a:buNone/>
              <a:defRPr sz="4000"/>
            </a:lvl4pPr>
            <a:lvl5pPr marL="1828800" indent="0">
              <a:buNone/>
              <a:defRPr sz="4000"/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8" name="Text Placeholder 59">
            <a:extLst xmlns:a="http://schemas.openxmlformats.org/drawingml/2006/main">
              <a:ext uri="{FF2B5EF4-FFF2-40B4-BE49-F238E27FC236}">
                <a16:creationId xmlns:a16="http://schemas.microsoft.com/office/drawing/2014/main" id="{968AF846-7139-4718-A6C9-7E5E3E11F41E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869945" y="20285859"/>
            <a:ext cx="12435840" cy="20375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274320" rIns="274320" bIns="274320"/>
          <a:lstStyle xmlns:a="http://schemas.openxmlformats.org/drawingml/2006/main">
            <a:lvl1pPr marL="0" indent="0">
              <a:buNone/>
              <a:defRPr sz="2400" b="1" i="0">
                <a:solidFill>
                  <a:srgbClr val="004C97"/>
                </a:solidFill>
                <a:latin typeface="Helvetica"/>
                <a:ea typeface="Helvetica"/>
                <a:cs typeface="Helvetica"/>
              </a:defRPr>
            </a:lvl1pPr>
            <a:lvl2pPr marL="4572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2pPr>
            <a:lvl3pPr marL="9144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3pPr>
            <a:lvl4pPr marL="13716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4pPr>
            <a:lvl5pPr marL="18288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70" name="Text Placeholder 59">
            <a:extLst xmlns:a="http://schemas.openxmlformats.org/drawingml/2006/main">
              <a:ext uri="{FF2B5EF4-FFF2-40B4-BE49-F238E27FC236}">
                <a16:creationId xmlns:a16="http://schemas.microsoft.com/office/drawing/2014/main" id="{2EF9C14F-8E55-4002-9470-213FDAE68C8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4106525" y="20285859"/>
            <a:ext cx="6007100" cy="20375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274320" rIns="274320" bIns="274320"/>
          <a:lstStyle xmlns:a="http://schemas.openxmlformats.org/drawingml/2006/main">
            <a:lvl1pPr marL="0" indent="0">
              <a:buNone/>
              <a:defRPr sz="2400" b="1" i="0">
                <a:solidFill>
                  <a:srgbClr val="004C97"/>
                </a:solidFill>
                <a:latin typeface="Helvetica"/>
                <a:ea typeface="Helvetica"/>
                <a:cs typeface="Helvetica"/>
              </a:defRPr>
            </a:lvl1pPr>
            <a:lvl2pPr marL="4572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2pPr>
            <a:lvl3pPr marL="9144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3pPr>
            <a:lvl4pPr marL="13716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4pPr>
            <a:lvl5pPr marL="18288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1" name="Text Placeholder 59">
            <a:extLst xmlns:a="http://schemas.openxmlformats.org/drawingml/2006/main">
              <a:ext uri="{FF2B5EF4-FFF2-40B4-BE49-F238E27FC236}">
                <a16:creationId xmlns:a16="http://schemas.microsoft.com/office/drawing/2014/main" id="{E4122A61-4FC4-4C38-8A76-A47757379F2B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20987430" y="16262672"/>
            <a:ext cx="8366759" cy="28722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274320" rIns="274320" bIns="274320"/>
          <a:lstStyle xmlns:a="http://schemas.openxmlformats.org/drawingml/2006/main">
            <a:lvl1pPr marL="0" indent="0">
              <a:buNone/>
              <a:defRPr sz="2400" b="1" i="0">
                <a:solidFill>
                  <a:srgbClr val="004C97"/>
                </a:solidFill>
                <a:latin typeface="Helvetica"/>
                <a:ea typeface="Helvetica"/>
                <a:cs typeface="Helvetica"/>
              </a:defRPr>
            </a:lvl1pPr>
            <a:lvl2pPr marL="4572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2pPr>
            <a:lvl3pPr marL="9144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3pPr>
            <a:lvl4pPr marL="13716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4pPr>
            <a:lvl5pPr marL="18288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3" name="Text Placeholder 59">
            <a:extLst xmlns:a="http://schemas.openxmlformats.org/drawingml/2006/main">
              <a:ext uri="{FF2B5EF4-FFF2-40B4-BE49-F238E27FC236}">
                <a16:creationId xmlns:a16="http://schemas.microsoft.com/office/drawing/2014/main" id="{2CF873E9-1553-4E64-A79D-C00696BE40A6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0987429" y="32808738"/>
            <a:ext cx="8366760" cy="21590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274320" rIns="274320" bIns="274320"/>
          <a:lstStyle xmlns:a="http://schemas.openxmlformats.org/drawingml/2006/main">
            <a:lvl1pPr marL="0" indent="0">
              <a:buNone/>
              <a:defRPr sz="2400" b="1" i="0">
                <a:solidFill>
                  <a:srgbClr val="004C97"/>
                </a:solidFill>
                <a:latin typeface="Helvetica"/>
                <a:ea typeface="Helvetica"/>
                <a:cs typeface="Helvetica"/>
              </a:defRPr>
            </a:lvl1pPr>
            <a:lvl2pPr marL="4572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2pPr>
            <a:lvl3pPr marL="9144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3pPr>
            <a:lvl4pPr marL="13716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4pPr>
            <a:lvl5pPr marL="18288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2 column eve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37">
            <a:extLst xmlns:a="http://schemas.openxmlformats.org/drawingml/2006/main">
              <a:ext uri="{FF2B5EF4-FFF2-40B4-BE49-F238E27FC236}">
                <a16:creationId xmlns:a16="http://schemas.microsoft.com/office/drawing/2014/main" id="{335DA0B5-D21D-4EAE-BF7B-FE3587C1D146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927426" y="36459738"/>
            <a:ext cx="2971800" cy="23189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Picture Placeholder 37">
            <a:extLst xmlns:a="http://schemas.openxmlformats.org/drawingml/2006/main">
              <a:ext uri="{FF2B5EF4-FFF2-40B4-BE49-F238E27FC236}">
                <a16:creationId xmlns:a16="http://schemas.microsoft.com/office/drawing/2014/main" id="{3485EAE8-AE95-493C-8361-F4F98AB5399E}"/>
              </a:ext>
            </a:extLst>
          </p:cNvPr>
          <p:cNvSpPr>
            <a:spLocks xmlns:a="http://schemas.openxmlformats.org/drawingml/2006/main" noGrp="1"/>
          </p:cNvSpPr>
          <p:nvPr>
            <p:ph type="pic" idx="22"/>
          </p:nvPr>
        </p:nvSpPr>
        <p:spPr>
          <a:xfrm xmlns:a="http://schemas.openxmlformats.org/drawingml/2006/main">
            <a:off x="11717346" y="36459738"/>
            <a:ext cx="2971800" cy="23189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5" name="Picture Placeholder 37">
            <a:extLst xmlns:a="http://schemas.openxmlformats.org/drawingml/2006/main">
              <a:ext uri="{FF2B5EF4-FFF2-40B4-BE49-F238E27FC236}">
                <a16:creationId xmlns:a16="http://schemas.microsoft.com/office/drawing/2014/main" id="{943DFD5B-4D7C-4F24-BB34-B84AF55414EB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4561954" y="36459738"/>
            <a:ext cx="2971800" cy="23189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6" name="Picture Placeholder 37">
            <a:extLst xmlns:a="http://schemas.openxmlformats.org/drawingml/2006/main">
              <a:ext uri="{FF2B5EF4-FFF2-40B4-BE49-F238E27FC236}">
                <a16:creationId xmlns:a16="http://schemas.microsoft.com/office/drawing/2014/main" id="{8EA2CD5D-56CF-4EB8-8098-5788FC5F7B35}"/>
              </a:ext>
            </a:extLst>
          </p:cNvPr>
          <p:cNvSpPr>
            <a:spLocks xmlns:a="http://schemas.openxmlformats.org/drawingml/2006/main" noGrp="1"/>
          </p:cNvSpPr>
          <p:nvPr>
            <p:ph type="pic" idx="24"/>
          </p:nvPr>
        </p:nvSpPr>
        <p:spPr>
          <a:xfrm xmlns:a="http://schemas.openxmlformats.org/drawingml/2006/main">
            <a:off x="8139650" y="36459738"/>
            <a:ext cx="2971800" cy="23189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7" name="Text Placeholder 45">
            <a:extLst xmlns:a="http://schemas.openxmlformats.org/drawingml/2006/main">
              <a:ext uri="{FF2B5EF4-FFF2-40B4-BE49-F238E27FC236}">
                <a16:creationId xmlns:a16="http://schemas.microsoft.com/office/drawing/2014/main" id="{768978FD-4042-4622-96CC-709C104386CC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927426" y="959986"/>
            <a:ext cx="28415923" cy="525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>
            <a:lvl1pPr marL="0" indent="0">
              <a:buNone/>
              <a:defRPr sz="110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1pPr>
            <a:lvl2pPr marL="457200" indent="0">
              <a:buNone/>
              <a:defRPr sz="140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2pPr>
            <a:lvl3pPr marL="914400" indent="0">
              <a:buNone/>
              <a:defRPr sz="140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3pPr>
            <a:lvl4pPr marL="1371600" indent="0">
              <a:buNone/>
              <a:defRPr sz="140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4pPr>
            <a:lvl5pPr marL="1828800" indent="0">
              <a:buNone/>
              <a:defRPr sz="140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8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794D5F94-F721-41C4-AD38-8F7D55A48CB6}"/>
              </a:ext>
            </a:extLst>
          </p:cNvPr>
          <p:cNvSpPr>
            <a:spLocks xmlns:a="http://schemas.openxmlformats.org/drawingml/2006/main" noGrp="1"/>
          </p:cNvSpPr>
          <p:nvPr>
            <p:ph type="pic" idx="34"/>
          </p:nvPr>
        </p:nvSpPr>
        <p:spPr>
          <a:xfrm xmlns:a="http://schemas.openxmlformats.org/drawingml/2006/main">
            <a:off x="927425" y="15767225"/>
            <a:ext cx="13761720" cy="57090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10" name="Text Placeholder 49">
            <a:extLst xmlns:a="http://schemas.openxmlformats.org/drawingml/2006/main">
              <a:ext uri="{FF2B5EF4-FFF2-40B4-BE49-F238E27FC236}">
                <a16:creationId xmlns:a16="http://schemas.microsoft.com/office/drawing/2014/main" id="{6B165938-DF07-4D70-AE0D-C236202DD344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927424" y="7791921"/>
            <a:ext cx="13761720" cy="1229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anchor="ctr"/>
          <a:lstStyle xmlns:a="http://schemas.openxmlformats.org/drawingml/2006/main">
            <a:lvl1pPr marL="0" indent="0">
              <a:buNone/>
              <a:defRPr sz="5000" b="1" i="0">
                <a:solidFill>
                  <a:srgbClr val="004C97"/>
                </a:solidFill>
                <a:latin typeface="Helvetica"/>
                <a:ea typeface="Helvetica"/>
                <a:cs typeface="Helvetica"/>
              </a:defRPr>
            </a:lvl1pPr>
            <a:lvl2pPr marL="0" indent="0">
              <a:buNone/>
              <a:defRPr sz="4000" b="0" i="0">
                <a:solidFill>
                  <a:schemeClr val="tx1"/>
                </a:solidFill>
                <a:latin typeface="Helvetica"/>
                <a:ea typeface="Helvetica"/>
                <a:cs typeface="Helvetica"/>
              </a:defRPr>
            </a:lvl2pPr>
            <a:lvl3pPr marL="0" indent="0">
              <a:buNone/>
              <a:defRPr sz="6000" b="1" i="0">
                <a:solidFill>
                  <a:srgbClr val="004C97"/>
                </a:solidFill>
                <a:latin typeface="Helvetica"/>
                <a:ea typeface="Helvetica"/>
                <a:cs typeface="Helvetica"/>
              </a:defRPr>
            </a:lvl3pPr>
            <a:lvl4pPr marL="0" indent="0">
              <a:buNone/>
              <a:defRPr sz="6000" b="1" i="0">
                <a:solidFill>
                  <a:srgbClr val="004C97"/>
                </a:solidFill>
                <a:latin typeface="Helvetica"/>
                <a:ea typeface="Helvetica"/>
                <a:cs typeface="Helvetica"/>
              </a:defRPr>
            </a:lvl4pPr>
            <a:lvl5pPr marL="0" indent="0">
              <a:buNone/>
              <a:defRPr sz="6000" b="1" i="0">
                <a:solidFill>
                  <a:srgbClr val="004C97"/>
                </a:solidFill>
                <a:latin typeface="Helvetica"/>
                <a:ea typeface="Helvetica"/>
                <a:cs typeface="Helvetica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1" name="Text Placeholder 74">
            <a:extLst xmlns:a="http://schemas.openxmlformats.org/drawingml/2006/main">
              <a:ext uri="{FF2B5EF4-FFF2-40B4-BE49-F238E27FC236}">
                <a16:creationId xmlns:a16="http://schemas.microsoft.com/office/drawing/2014/main" id="{CAF17043-CE38-4D88-AE9D-D2F93E31728D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927426" y="9025241"/>
            <a:ext cx="13761720" cy="57861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>
            <a:lvl1pPr marL="0" indent="0">
              <a:buNone/>
              <a:defRPr sz="4000"/>
            </a:lvl1pPr>
            <a:lvl2pPr marL="457200" indent="0">
              <a:buNone/>
              <a:defRPr sz="4000"/>
            </a:lvl2pPr>
            <a:lvl3pPr marL="914400" indent="0">
              <a:buNone/>
              <a:defRPr sz="4000"/>
            </a:lvl3pPr>
            <a:lvl4pPr marL="1371600" indent="0">
              <a:buNone/>
              <a:defRPr sz="4000"/>
            </a:lvl4pPr>
            <a:lvl5pPr marL="1828800" indent="0">
              <a:buNone/>
              <a:defRPr sz="4000"/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2" name="Text Placeholder 74">
            <a:extLst xmlns:a="http://schemas.openxmlformats.org/drawingml/2006/main">
              <a:ext uri="{FF2B5EF4-FFF2-40B4-BE49-F238E27FC236}">
                <a16:creationId xmlns:a16="http://schemas.microsoft.com/office/drawing/2014/main" id="{3CE592F8-080F-4A36-9F15-D877BC0BC0CC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927425" y="23702278"/>
            <a:ext cx="13761720" cy="71168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>
            <a:lvl1pPr marL="0" indent="0">
              <a:buNone/>
              <a:defRPr sz="4000"/>
            </a:lvl1pPr>
            <a:lvl2pPr marL="457200" indent="0">
              <a:buNone/>
              <a:defRPr sz="4000"/>
            </a:lvl2pPr>
            <a:lvl3pPr marL="914400" indent="0">
              <a:buNone/>
              <a:defRPr sz="4000"/>
            </a:lvl3pPr>
            <a:lvl4pPr marL="1371600" indent="0">
              <a:buNone/>
              <a:defRPr sz="4000"/>
            </a:lvl4pPr>
            <a:lvl5pPr marL="1828800" indent="0">
              <a:buNone/>
              <a:defRPr sz="4000"/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3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166ABDB7-9E3D-4DE2-9EC0-923F64E4AC5D}"/>
              </a:ext>
            </a:extLst>
          </p:cNvPr>
          <p:cNvSpPr>
            <a:spLocks xmlns:a="http://schemas.openxmlformats.org/drawingml/2006/main" noGrp="1"/>
          </p:cNvSpPr>
          <p:nvPr>
            <p:ph type="pic" idx="42"/>
          </p:nvPr>
        </p:nvSpPr>
        <p:spPr>
          <a:xfrm xmlns:a="http://schemas.openxmlformats.org/drawingml/2006/main">
            <a:off x="15608299" y="31698023"/>
            <a:ext cx="13761720" cy="57090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15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5A0AE345-A609-45A1-B8FD-80AB51511438}"/>
              </a:ext>
            </a:extLst>
          </p:cNvPr>
          <p:cNvSpPr>
            <a:spLocks xmlns:a="http://schemas.openxmlformats.org/drawingml/2006/main" noGrp="1"/>
          </p:cNvSpPr>
          <p:nvPr>
            <p:ph type="pic" idx="44"/>
          </p:nvPr>
        </p:nvSpPr>
        <p:spPr>
          <a:xfrm xmlns:a="http://schemas.openxmlformats.org/drawingml/2006/main">
            <a:off x="19265899" y="23702278"/>
            <a:ext cx="10109867" cy="71168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1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8ABC4827-DC42-4F6A-840B-0C66DAF403FD}"/>
              </a:ext>
            </a:extLst>
          </p:cNvPr>
          <p:cNvSpPr>
            <a:spLocks xmlns:a="http://schemas.openxmlformats.org/drawingml/2006/main" noGrp="1"/>
          </p:cNvSpPr>
          <p:nvPr>
            <p:ph type="pic" idx="46"/>
          </p:nvPr>
        </p:nvSpPr>
        <p:spPr>
          <a:xfrm xmlns:a="http://schemas.openxmlformats.org/drawingml/2006/main">
            <a:off x="15581630" y="7791921"/>
            <a:ext cx="10104120" cy="70194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21" name="Text Placeholder 74">
            <a:extLst xmlns:a="http://schemas.openxmlformats.org/drawingml/2006/main">
              <a:ext uri="{FF2B5EF4-FFF2-40B4-BE49-F238E27FC236}">
                <a16:creationId xmlns:a16="http://schemas.microsoft.com/office/drawing/2014/main" id="{A35E6F52-BFD6-4657-93A2-2F2EF63203A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15614046" y="15767225"/>
            <a:ext cx="13761720" cy="70806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>
            <a:lvl1pPr marL="0" indent="0">
              <a:buNone/>
              <a:defRPr sz="4000"/>
            </a:lvl1pPr>
            <a:lvl2pPr marL="457200" indent="0">
              <a:buNone/>
              <a:defRPr sz="4000"/>
            </a:lvl2pPr>
            <a:lvl3pPr marL="914400" indent="0">
              <a:buNone/>
              <a:defRPr sz="4000"/>
            </a:lvl3pPr>
            <a:lvl4pPr marL="1371600" indent="0">
              <a:buNone/>
              <a:defRPr sz="4000"/>
            </a:lvl4pPr>
            <a:lvl5pPr marL="1828800" indent="0">
              <a:buNone/>
              <a:defRPr sz="4000"/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22" name="Picture Placeholder 21">
            <a:extLst xmlns:a="http://schemas.openxmlformats.org/drawingml/2006/main">
              <a:ext uri="{FF2B5EF4-FFF2-40B4-BE49-F238E27FC236}">
                <a16:creationId xmlns:a16="http://schemas.microsoft.com/office/drawing/2014/main" id="{AD36EBD7-4D0F-473B-BE17-C09104013772}"/>
              </a:ext>
            </a:extLst>
          </p:cNvPr>
          <p:cNvSpPr>
            <a:spLocks xmlns:a="http://schemas.openxmlformats.org/drawingml/2006/main" noGrp="1"/>
          </p:cNvSpPr>
          <p:nvPr>
            <p:ph type="pic" idx="51"/>
          </p:nvPr>
        </p:nvSpPr>
        <p:spPr>
          <a:xfrm xmlns:a="http://schemas.openxmlformats.org/drawingml/2006/main">
            <a:off x="927425" y="31697613"/>
            <a:ext cx="10046645" cy="381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16" name="Text Placeholder 59">
            <a:extLst xmlns:a="http://schemas.openxmlformats.org/drawingml/2006/main">
              <a:ext uri="{FF2B5EF4-FFF2-40B4-BE49-F238E27FC236}">
                <a16:creationId xmlns:a16="http://schemas.microsoft.com/office/drawing/2014/main" id="{EA24CE01-05C3-4C75-90FE-D9727C349186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10974070" y="31698024"/>
            <a:ext cx="3715076" cy="38098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274320" rIns="274320" bIns="274320"/>
          <a:lstStyle xmlns:a="http://schemas.openxmlformats.org/drawingml/2006/main">
            <a:lvl1pPr marL="0" indent="0">
              <a:buNone/>
              <a:defRPr sz="2400" b="1" i="0">
                <a:solidFill>
                  <a:srgbClr val="004C97"/>
                </a:solidFill>
                <a:latin typeface="Helvetica"/>
                <a:ea typeface="Helvetica"/>
                <a:cs typeface="Helvetica"/>
              </a:defRPr>
            </a:lvl1pPr>
            <a:lvl2pPr marL="4572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2pPr>
            <a:lvl3pPr marL="9144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3pPr>
            <a:lvl4pPr marL="13716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4pPr>
            <a:lvl5pPr marL="18288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20" name="Text Placeholder 59">
            <a:extLst xmlns:a="http://schemas.openxmlformats.org/drawingml/2006/main">
              <a:ext uri="{FF2B5EF4-FFF2-40B4-BE49-F238E27FC236}">
                <a16:creationId xmlns:a16="http://schemas.microsoft.com/office/drawing/2014/main" id="{44F03D87-7581-4ACB-8BAF-47C7A2689681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15608299" y="23702277"/>
            <a:ext cx="3657600" cy="7116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274320" rIns="274320" bIns="274320"/>
          <a:lstStyle xmlns:a="http://schemas.openxmlformats.org/drawingml/2006/main">
            <a:lvl1pPr marL="0" indent="0">
              <a:buNone/>
              <a:defRPr sz="2400" b="1" i="0">
                <a:solidFill>
                  <a:srgbClr val="004C97"/>
                </a:solidFill>
                <a:latin typeface="Helvetica"/>
                <a:ea typeface="Helvetica"/>
                <a:cs typeface="Helvetica"/>
              </a:defRPr>
            </a:lvl1pPr>
            <a:lvl2pPr marL="4572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2pPr>
            <a:lvl3pPr marL="9144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3pPr>
            <a:lvl4pPr marL="13716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4pPr>
            <a:lvl5pPr marL="18288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4" name="Text Placeholder 59">
            <a:extLst xmlns:a="http://schemas.openxmlformats.org/drawingml/2006/main">
              <a:ext uri="{FF2B5EF4-FFF2-40B4-BE49-F238E27FC236}">
                <a16:creationId xmlns:a16="http://schemas.microsoft.com/office/drawing/2014/main" id="{B55F0104-7480-4510-96F3-EE1EAA44FCD9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15608299" y="37407119"/>
            <a:ext cx="137617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274320" rIns="274320" bIns="274320"/>
          <a:lstStyle xmlns:a="http://schemas.openxmlformats.org/drawingml/2006/main">
            <a:lvl1pPr marL="0" indent="0">
              <a:buNone/>
              <a:defRPr sz="2400" b="1" i="0">
                <a:solidFill>
                  <a:srgbClr val="004C97"/>
                </a:solidFill>
                <a:latin typeface="Helvetica"/>
                <a:ea typeface="Helvetica"/>
                <a:cs typeface="Helvetica"/>
              </a:defRPr>
            </a:lvl1pPr>
            <a:lvl2pPr marL="4572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2pPr>
            <a:lvl3pPr marL="9144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3pPr>
            <a:lvl4pPr marL="13716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4pPr>
            <a:lvl5pPr marL="18288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9" name="Text Placeholder 59">
            <a:extLst xmlns:a="http://schemas.openxmlformats.org/drawingml/2006/main">
              <a:ext uri="{FF2B5EF4-FFF2-40B4-BE49-F238E27FC236}">
                <a16:creationId xmlns:a16="http://schemas.microsoft.com/office/drawing/2014/main" id="{648EBB58-07BE-487D-8A80-61C04339BAC2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927425" y="21476320"/>
            <a:ext cx="137617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274320" rIns="274320" bIns="274320"/>
          <a:lstStyle xmlns:a="http://schemas.openxmlformats.org/drawingml/2006/main">
            <a:lvl1pPr marL="0" indent="0">
              <a:buNone/>
              <a:defRPr sz="2400" b="1" i="0">
                <a:solidFill>
                  <a:srgbClr val="004C97"/>
                </a:solidFill>
                <a:latin typeface="Helvetica"/>
                <a:ea typeface="Helvetica"/>
                <a:cs typeface="Helvetica"/>
              </a:defRPr>
            </a:lvl1pPr>
            <a:lvl2pPr marL="4572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2pPr>
            <a:lvl3pPr marL="9144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3pPr>
            <a:lvl4pPr marL="13716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4pPr>
            <a:lvl5pPr marL="18288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8" name="Text Placeholder 59">
            <a:extLst xmlns:a="http://schemas.openxmlformats.org/drawingml/2006/main">
              <a:ext uri="{FF2B5EF4-FFF2-40B4-BE49-F238E27FC236}">
                <a16:creationId xmlns:a16="http://schemas.microsoft.com/office/drawing/2014/main" id="{0C54FFC3-49F6-4977-A680-BD1546AA1982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25685749" y="7791921"/>
            <a:ext cx="3657600" cy="70194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274320" rIns="274320" bIns="274320"/>
          <a:lstStyle xmlns:a="http://schemas.openxmlformats.org/drawingml/2006/main">
            <a:lvl1pPr marL="0" indent="0">
              <a:buNone/>
              <a:defRPr sz="2400" b="1" i="0">
                <a:solidFill>
                  <a:srgbClr val="004C97"/>
                </a:solidFill>
                <a:latin typeface="Helvetica"/>
                <a:ea typeface="Helvetica"/>
                <a:cs typeface="Helvetica"/>
              </a:defRPr>
            </a:lvl1pPr>
            <a:lvl2pPr marL="4572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2pPr>
            <a:lvl3pPr marL="9144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3pPr>
            <a:lvl4pPr marL="13716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4pPr>
            <a:lvl5pPr marL="1828800" indent="0">
              <a:buNone/>
              <a:defRPr sz="2400" b="1" i="0">
                <a:solidFill>
                  <a:schemeClr val="bg1"/>
                </a:solidFill>
                <a:latin typeface="Helvetica"/>
                <a:ea typeface="Helvetica"/>
                <a:cs typeface="Helvetica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533327c006234bb1" /><Relationship Type="http://schemas.openxmlformats.org/officeDocument/2006/relationships/theme" Target="/ppt/slideMasters/theme/theme2.xml" Id="R9e6ec4f0a0ec44ca" /><Relationship Type="http://schemas.openxmlformats.org/officeDocument/2006/relationships/slideLayout" Target="/ppt/slideLayouts/slideLayout1.xml" Id="Ra755089009414e34" /><Relationship Type="http://schemas.openxmlformats.org/officeDocument/2006/relationships/slideLayout" Target="/ppt/slideLayouts/slideLayout2.xml" Id="Re96ed9b0b98d431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2BB91A4-EFDE-46CC-A8A9-51DB1E45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5470"/>
            <a:ext cx="30291088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97"/>
          </a:solidFill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327c006234bb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40854329"/>
            <a:ext cx="29375100" cy="990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C4BBCAF-7954-40DE-AE3B-15CD0F80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9108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97"/>
          </a:solidFill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55089009414e34"/>
    <p:sldLayoutId xmlns:r="http://schemas.openxmlformats.org/officeDocument/2006/relationships" id="2147483650" r:id="Re96ed9b0b98d431f"/>
  </p:sldLayoutIdLst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A0_PosterTemplate_Vertical_09231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a669c163541bd" /><Relationship Type="http://schemas.openxmlformats.org/officeDocument/2006/relationships/image" Target="/ppt/media/image2.png" Id="R30d76a73159544af" /><Relationship Type="http://schemas.openxmlformats.org/officeDocument/2006/relationships/image" Target="/ppt/media/image3.png" Id="R04338f12f25d4eac" /><Relationship Type="http://schemas.openxmlformats.org/officeDocument/2006/relationships/image" Target="/ppt/media/image4.png" Id="R80b20c77825e4030" /><Relationship Type="http://schemas.openxmlformats.org/officeDocument/2006/relationships/image" Target="/ppt/media/image5.png" Id="R3beb6c57e05e4ccf" /><Relationship Type="http://schemas.openxmlformats.org/officeDocument/2006/relationships/image" Target="/ppt/media/image6.png" Id="Re8596385bd5545fd" /><Relationship Type="http://schemas.openxmlformats.org/officeDocument/2006/relationships/notesSlide" Target="/ppt/notesSlides/notesSlide1.xml" Id="Refe55f7b5d8d4ef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07A44070-BF6A-4B10-AF51-30531C7AB647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  <a:r>
              <a:rPr sz="9000">
                <a:latin typeface="Arial"/>
                <a:ea typeface="Arial"/>
                <a:cs typeface="Arial"/>
              </a:rPr>
              <a:t>Turn-by-turn tune analysis using adaptive BPM ensembles in the Fermilab Mu2e Delivery Ring</a:t>
            </a:r>
          </a:p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  <a:r>
              <a:rPr sz="5200" b="0">
                <a:latin typeface="Arial"/>
                <a:ea typeface="Arial"/>
                <a:cs typeface="Arial"/>
              </a:rPr>
              <a:t>Derek Steinkamp | Fermi National Accelerator Laboratory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38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3B3B69DB-AC6F-487B-8FEB-1F542F3B98AF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869950" y="33243268"/>
            <a:ext cx="19248120" cy="12344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RESULT AND LIMIT</a:t>
            </a: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115D343C-408C-42C0-A1C5-E3B7BA3D03AC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0987429" y="33011244"/>
            <a:ext cx="8366760" cy="144997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Best-5 H concentration is tracked over 50,000 turns. Sustained half-peak loss begins near turn 5632. The multimetric change candidate is turn 5760. No extraction timestamp or cause is inferred.</a:t>
            </a:r>
          </a:p>
        </p:txBody>
      </p:sp>
      <p:sp>
        <p:nvSpPr>
          <p:cNvPr id="34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C522ABAA-F5B2-46AE-A228-D8A1D25D9604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ADAPTIVE, LEAKAGE-CONTROLLED BPM ENSEMBLES</a:t>
            </a:r>
          </a:p>
        </p:txBody>
      </p:sp>
      <p:sp>
        <p:nvSpPr>
          <p:cNvPr id="36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57FE9931-39F7-4355-96BE-BC674C817037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869950" y="9107514"/>
            <a:ext cx="19243675" cy="35108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Synchronized 2,000-spill raw snapshots use a nominal 60 H / 60 V topology; 16 source absences across 12 flagged partial captures are hash-bound.</a:t>
            </a:r>
          </a:p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Scaled threshold-substituted streams are excluded; members use eight fit windows with overlap purged.</a:t>
            </a:r>
          </a:p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Later validation uses 1,000 stratified spill-plane cases across 5 held-out-digitizer folds.</a:t>
            </a:r>
          </a:p>
        </p:txBody>
      </p:sp>
      <p:sp>
        <p:nvSpPr>
          <p:cNvPr id="39" name="Text Placeholder 19">
            <a:extLst xmlns:a="http://schemas.openxmlformats.org/drawingml/2006/main">
              <a:ext uri="{FF2B5EF4-FFF2-40B4-BE49-F238E27FC236}">
                <a16:creationId xmlns:a16="http://schemas.microsoft.com/office/drawing/2014/main" id="{AA4A1BB5-06FE-4892-B35D-3A62722303AC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869950" y="34549047"/>
            <a:ext cx="19243675" cy="30024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Versus adaptive Best-1, H Best-5 and V Best-12 improve blind agreement and median selected/held-out tune delta, with power-support tradeoffs.</a:t>
            </a:r>
          </a:p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Full-buffer ensemble-size contrast: H narrower than corrected Best-1; V broader than corrected Best-1.</a:t>
            </a:r>
          </a:p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Same-protocol all-training control favors Best-N in H 2/8 and V 3/8 comparisons; it favors all-training in H 3/8 and V 3/8. No external tune calibration is claimed.</a:t>
            </a:r>
          </a:p>
        </p:txBody>
      </p:sp>
      <p:sp>
        <p:nvSpPr>
          <p:cNvPr id="40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35506DCD-02DA-4D8B-9D24-E56CCC82B0F8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20987430" y="20143411"/>
            <a:ext cx="8366759" cy="60745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2,000 spills; 4,000 H/V curve cases; 1,000 stratified validation cases; 5 held-out-digitizer folds. H Best-5 blind agreement 9.1%; V Best-12 26.3%. Median IQR change vs corrected Best-1: H -0.0024, V 0.001. Finite full-buffer pick coverage: H 99.7%, V 80.3%. Intensity weighting retained 0/240 tested effects.</a:t>
            </a:r>
          </a:p>
        </p:txBody>
      </p:sp>
      <p:sp>
        <p:nvSpPr>
          <p:cNvPr id="11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D951D0B9-C16D-478C-883C-FBEC31B356DB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08030" y="31720556"/>
            <a:ext cx="19199520" cy="144997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Exact-paired 50,000-turn density versus the audited legacy selector: H Best-5 355,688 picks; V Best-12 286,646. Legacy-to-selected change includes selector repair; color is pick probability, not power.</a:t>
            </a:r>
          </a:p>
        </p:txBody>
      </p:sp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672D8A87-C037-433C-852C-ED65B368B256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967341" y="21081888"/>
            <a:ext cx="8829949" cy="1596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H Best-5: blind full-band selected/held-out agreement 9.1% [7.9%, 9.8%]; median |Delta q| 0.0161. Reduced-sample knees span 2-13 in 5/7 runs; 2 unresolved.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41CDA26-A61B-4535-A2B2-2F73AEC52382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0955872" y="21081888"/>
            <a:ext cx="8957728" cy="1596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V Best-12: blind full-band selected/held-out agreement 26.3% [19.1%, 33.0%]; median |Delta q| 0.0107. Reduced-sample knees span 10-28 in 6/7 runs; 1 unresolved.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D9AC6E8-924E-43FB-9E56-BB608388899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20987430" y="17385434"/>
            <a:ext cx="8366759" cy="210665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Selected H Best-5 and V Best-12 P10-P90 width minus corrected adaptive Best-1 on exact paired spill/windows. Negative is narrower; zero is no ensemble-size difference.</a:t>
            </a:r>
          </a:p>
        </p:txBody>
      </p:sp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76a73159544af"/>
          <a:stretch xmlns:a="http://schemas.openxmlformats.org/drawingml/2006/main"/>
        </p:blipFill>
        <p:spPr>
          <a:xfrm xmlns:a="http://schemas.openxmlformats.org/drawingml/2006/main">
            <a:off x="927426" y="14759619"/>
            <a:ext cx="8491910" cy="4852520"/>
          </a:xfrm>
          <a:prstGeom xmlns:a="http://schemas.openxmlformats.org/drawingml/2006/main" prst="rect">
            <a:avLst/>
          </a:prstGeom>
        </p:spPr>
      </p:pic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38f12f25d4eac"/>
          <a:stretch xmlns:a="http://schemas.openxmlformats.org/drawingml/2006/main"/>
        </p:blipFill>
        <p:spPr>
          <a:xfrm xmlns:a="http://schemas.openxmlformats.org/drawingml/2006/main">
            <a:off x="10955872" y="14865941"/>
            <a:ext cx="8143213" cy="4653265"/>
          </a:xfrm>
          <a:prstGeom xmlns:a="http://schemas.openxmlformats.org/drawingml/2006/main" prst="rect">
            <a:avLst/>
          </a:prstGeom>
        </p:spPr>
      </p:pic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20c77825e4030"/>
          <a:stretch xmlns:a="http://schemas.openxmlformats.org/drawingml/2006/main"/>
        </p:blipFill>
        <p:spPr>
          <a:xfrm xmlns:a="http://schemas.openxmlformats.org/drawingml/2006/main">
            <a:off x="927427" y="23919158"/>
            <a:ext cx="18986173" cy="7119815"/>
          </a:xfrm>
          <a:prstGeom xmlns:a="http://schemas.openxmlformats.org/drawingml/2006/main" prst="rect">
            <a:avLst/>
          </a:prstGeom>
        </p:spPr>
      </p:pic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eb6c57e05e4ccf"/>
          <a:stretch xmlns:a="http://schemas.openxmlformats.org/drawingml/2006/main"/>
        </p:blipFill>
        <p:spPr>
          <a:xfrm xmlns:a="http://schemas.openxmlformats.org/drawingml/2006/main">
            <a:off x="22308741" y="7721489"/>
            <a:ext cx="6074163" cy="9490880"/>
          </a:xfrm>
          <a:prstGeom xmlns:a="http://schemas.openxmlformats.org/drawingml/2006/main" prst="rect">
            <a:avLst/>
          </a:prstGeom>
        </p:spPr>
      </p:pic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96385bd5545fd"/>
          <a:stretch xmlns:a="http://schemas.openxmlformats.org/drawingml/2006/main"/>
        </p:blipFill>
        <p:spPr>
          <a:xfrm xmlns:a="http://schemas.openxmlformats.org/drawingml/2006/main">
            <a:off x="20986750" y="27081680"/>
            <a:ext cx="8367713" cy="46620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737948"/>
      </p:ext>
    </p:extLst>
  </p:cSld>
</p:sld>
</file>

<file path=ppt/theme/theme1.xml><?xml version="1.0" encoding="utf-8"?>
<a:theme xmlns:a="http://schemas.openxmlformats.org/drawingml/2006/main" name="A0_PosterTemplate_Vertical_09231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2026-07-11T17:34:38.2390000Z</dcterms:created>
  <dcterms:modified xsi:type="dcterms:W3CDTF">2026-07-11T17:34:38.2390000Z</dcterms:modified>
</coreProperties>
</file>